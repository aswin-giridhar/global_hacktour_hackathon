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d73f88a09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" name="Google Shape;14;g3d73f88a09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" name="Google Shape;2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d753c3ab3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g3d753c3ab3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d753c3ab3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Google Shape;36;g3d753c3ab3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d753c3ab3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d753c3ab3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d753c3ab3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d753c3ab3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d753c3ab3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d753c3ab3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自定义版式">
  <p:cSld name="自定义版式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title"/>
          </p:nvPr>
        </p:nvSpPr>
        <p:spPr>
          <a:xfrm>
            <a:off x="530679" y="489381"/>
            <a:ext cx="78867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0" name="Google Shape;10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" name="Google Shape;2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" name="Google Shape;3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" name="Google Shape;4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" name="Google Shape;4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Live Demo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" name="Google Shape;5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